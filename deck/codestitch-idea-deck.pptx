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05840" cy="76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CodeStitch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DejaVu Sans"/>
              </a:defRPr>
            </a:pPr>
            <a:r>
              <a:t>The multi-bug fixer that understands WHY before it stitches.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155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Team FORTEC  —  Ronit Shrimankar (lead) · Anshul Kamthe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AgentX Hackathon 2026  ·  Problem Statement PS-05: Bug-fix agent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Several agents fixing several bugs in parallel — accuracy and speed as the headline goals.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Powered by the WhyCode history graph.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AB3A0"/>
                </a:solidFill>
                <a:latin typeface="DejaVu Sans"/>
              </a:defRPr>
            </a:pPr>
            <a:r>
              <a:t>CodeStitch  ·  Team FORTEC  ·  AgentX Hackathon 2026  ·  PS-05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05840" cy="76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Bugs eat time — and answers are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DejaVu Sans"/>
              </a:defRPr>
            </a:pPr>
            <a:r>
              <a:t>01 · The problems developers 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155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20–30% of developer time goes to debugging — and 95% now also fix AI-written code.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Reports say “it doesn't work” — no steps, no environment, no failing test to start from.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The cause is forgotten — reasons scatter across old commits, tickets, and developers who left.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So most of debugging is not fixing. It is searching: for the repro, for the cause, for the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AB3A0"/>
                </a:solidFill>
                <a:latin typeface="DejaVu Sans"/>
              </a:defRPr>
            </a:pPr>
            <a:r>
              <a:t>CodeStitch  ·  Team FORTEC  ·  AgentX Hackathon 2026  ·  PS-05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05840" cy="76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Confident fixes that are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DejaVu Sans"/>
              </a:defRPr>
            </a:pPr>
            <a:r>
              <a:t>02 · What today's fixers get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155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Symptom fixes — the error is hidden with a null check; the log goes quiet, the bug stays.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Fake-green fixes — the patch passes old tests but misses what the code was supposed to do.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Regressions — a fix in one place silently breaks features somewhere else.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Slow, costly, untrusted — endless loops, burnt tokens, unsafe code, and a human must re-check all of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AB3A0"/>
                </a:solidFill>
                <a:latin typeface="DejaVu Sans"/>
              </a:defRPr>
            </a:pPr>
            <a:r>
              <a:t>CodeStitch  ·  Team FORTEC  ·  AgentX Hackathon 2026  ·  PS-05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05840" cy="76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8 agents, one pipeline, one coordinator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DejaVu Sans"/>
              </a:defRPr>
            </a:pPr>
            <a:r>
              <a:t>03 ·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155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1. Triager — real and reproducible? Rejects vague ones early.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2. Localizer — graph-guided to the exact method.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3. Reproducer — sandboxed failing test first. No repro, no fix.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4. Parallel Fixers — several candidates, isolated sandboxes.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5. Adversarial Tester — NEW intent tests, catch overfitting.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6. Regression Gate — targeted tests in loop, full suite at end.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7. Reviewer + Human Gate — human approves before merge.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Coordinator on top: orders multi-bug repairs by dependency.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AB3A0"/>
                </a:solidFill>
                <a:latin typeface="DejaVu Sans"/>
              </a:defRPr>
            </a:pPr>
            <a:r>
              <a:t>CodeStitch  ·  Team FORTEC  ·  AgentX Hackathon 2026  ·  PS-05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05840" cy="76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How CodeStitch solves each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DejaVu Sans"/>
              </a:defRPr>
            </a:pPr>
            <a:r>
              <a:t>04 · Every problem, answered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155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Vague reports → Triager asks clarifying questions, rejects early.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Unknown cause → History graph finds origin commit + discussion.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Symptom fixes → Repro-first: prove it, then fix the cause.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Fake-green fixes → New intent tests + independent verification.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Regressions → Targeted tests in loop, full suite at merge.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Slow &amp; untrusted → Parallel fixers, tiered models, sandbox, human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AB3A0"/>
                </a:solidFill>
                <a:latin typeface="DejaVu Sans"/>
              </a:defRPr>
            </a:pPr>
            <a:r>
              <a:t>CodeStitch  ·  Team FORTEC  ·  AgentX Hackathon 2026  ·  PS-05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05840" cy="76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Stitch the fix, not the symptom.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CC71"/>
                </a:solidFill>
                <a:latin typeface="DejaVu Sans"/>
              </a:defRPr>
            </a:pPr>
            <a:r>
              <a:t>Build round: Nov 11–12 · Proof: resolve rate · time-to-PR · regression rate · cost per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155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Hours 0–4: scaffolding, isolated sandbox, issue intake.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Hours 4–10: pipeline stages 1–4 (triage → localize → repro → fix).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Hours 10–16: stages 5–8 + multi-bug coordinator + demo repos.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Hours 16–20: hardening, regression gates, safety checks, tests.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Hours 20–24: demo video + final deck.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700">
                <a:solidFill>
                  <a:srgbClr val="E8F5EC"/>
                </a:solidFill>
                <a:latin typeface="DejaVu Sans"/>
              </a:defRPr>
            </a:pPr>
            <a:r>
              <a:t>▸  Powered by the WhyCode history graph — our own engine, already proven on a large real-world repo.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AB3A0"/>
                </a:solidFill>
                <a:latin typeface="DejaVu Sans"/>
              </a:defRPr>
            </a:pPr>
            <a:r>
              <a:t>CodeStitch  ·  Team FORTEC  ·  AgentX Hackathon 2026  ·  PS-05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